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42.png"/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5.png"/><Relationship Id="rId2" Type="http://schemas.openxmlformats.org/officeDocument/2006/relationships/image" Target="../media/image40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43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8610600"/>
            <a:ext cx="635000" cy="69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0" y="7975600"/>
            <a:ext cx="1638300" cy="1358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000" y="7658100"/>
            <a:ext cx="749300" cy="749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36800" y="8407400"/>
            <a:ext cx="800100" cy="80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0" y="8534400"/>
            <a:ext cx="635000" cy="698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5700" y="8039100"/>
            <a:ext cx="419100" cy="6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8153400"/>
            <a:ext cx="292100" cy="6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1500" y="7924800"/>
            <a:ext cx="1511300" cy="142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8115300"/>
            <a:ext cx="1511300" cy="1219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700" y="7975600"/>
            <a:ext cx="1638300" cy="1358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100" y="7658100"/>
            <a:ext cx="7493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1300" y="7988300"/>
            <a:ext cx="1435100" cy="1346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7400" y="8216900"/>
            <a:ext cx="9906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9100" y="8534400"/>
            <a:ext cx="635000" cy="69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05700" y="7366000"/>
            <a:ext cx="749300" cy="749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100" y="8623300"/>
            <a:ext cx="635000" cy="69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66700" y="9156700"/>
            <a:ext cx="18821400" cy="1397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200" y="8026400"/>
            <a:ext cx="419100" cy="63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8153400"/>
            <a:ext cx="292100" cy="63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9700" y="7543800"/>
            <a:ext cx="266700" cy="63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50300" y="7683500"/>
            <a:ext cx="342900" cy="63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5400000">
            <a:off x="16205200" y="8610600"/>
            <a:ext cx="1155700" cy="1155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37000" y="2133600"/>
            <a:ext cx="10414000" cy="685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439900" y="304800"/>
            <a:ext cx="29210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87149"/>
              </a:lnSpc>
            </a:pP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PJ Special Forces</a:t>
            </a:r>
          </a:p>
          <a:p>
            <a:pPr lvl="0" algn="r">
              <a:lnSpc>
                <a:spcPct val="87149"/>
              </a:lnSpc>
            </a:pP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Captain - Choi Yoen Woong</a:t>
            </a:r>
          </a:p>
          <a:p>
            <a:pPr lvl="0" algn="r">
              <a:lnSpc>
                <a:spcPct val="87149"/>
              </a:lnSpc>
            </a:pP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Crew - Jin Jong 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16300" y="3441700"/>
            <a:ext cx="11442700" cy="330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2089"/>
              </a:lnSpc>
            </a:pPr>
            <a:r>
              <a:rPr lang="en-US" sz="9900" b="0" i="0" u="none" strike="noStrike" spc="-100">
                <a:solidFill>
                  <a:srgbClr val="202020"/>
                </a:solidFill>
                <a:latin typeface="S-Core Dream 5 Medium"/>
              </a:rPr>
              <a:t>T.C.</a:t>
            </a:r>
          </a:p>
          <a:p>
            <a:pPr lvl="0" algn="ctr">
              <a:lnSpc>
                <a:spcPct val="102089"/>
              </a:lnSpc>
            </a:pPr>
            <a:r>
              <a:rPr lang="en-US" sz="9900" b="0" i="0" u="none" strike="noStrike" spc="-100">
                <a:solidFill>
                  <a:srgbClr val="202020"/>
                </a:solidFill>
                <a:latin typeface="S-Core Dream 5 Medium"/>
              </a:rPr>
              <a:t>( Trip Connection)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84700" y="2273300"/>
            <a:ext cx="91186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200" b="0" i="0" u="none" strike="noStrike">
                <a:solidFill>
                  <a:srgbClr val="FFFFFF"/>
                </a:solidFill>
                <a:ea typeface="S-Core Dream 3 Light"/>
              </a:rPr>
              <a:t>여행의</a:t>
            </a:r>
            <a:r>
              <a:rPr lang="en-US" sz="2200" b="0" i="0" u="none" strike="noStrike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FFFFFF"/>
                </a:solidFill>
                <a:ea typeface="S-Core Dream 3 Light"/>
              </a:rPr>
              <a:t>새로운</a:t>
            </a:r>
            <a:r>
              <a:rPr lang="en-US" sz="2200" b="0" i="0" u="none" strike="noStrike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FFFFFF"/>
                </a:solidFill>
                <a:ea typeface="S-Core Dream 3 Light"/>
              </a:rPr>
              <a:t>패러다임을</a:t>
            </a:r>
            <a:r>
              <a:rPr lang="en-US" sz="2200" b="0" i="0" u="none" strike="noStrike">
                <a:solidFill>
                  <a:srgbClr val="FFFFFF"/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FFFFFF"/>
                </a:solidFill>
                <a:ea typeface="S-Core Dream 3 Light"/>
              </a:rPr>
              <a:t>제시하는</a:t>
            </a:r>
            <a:r>
              <a:rPr lang="en-US" sz="2200" b="0" i="0" u="none" strike="noStrike">
                <a:solidFill>
                  <a:srgbClr val="FFFFFF"/>
                </a:solidFill>
                <a:latin typeface="S-Core Dream 3 Light"/>
              </a:rPr>
              <a:t> AI </a:t>
            </a:r>
            <a:r>
              <a:rPr lang="ko-KR" sz="2200" b="0" i="0" u="none" strike="noStrike">
                <a:solidFill>
                  <a:srgbClr val="FFFFFF"/>
                </a:solidFill>
                <a:ea typeface="S-Core Dream 3 Light"/>
              </a:rPr>
              <a:t>솔루션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8500" y="304800"/>
            <a:ext cx="33655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7149"/>
              </a:lnSpc>
            </a:pP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SSAFY Project </a:t>
            </a:r>
          </a:p>
          <a:p>
            <a:pPr lvl="0" algn="l">
              <a:lnSpc>
                <a:spcPct val="87149"/>
              </a:lnSpc>
            </a:pPr>
            <a:r>
              <a:rPr lang="ko-KR" sz="1700" b="0" i="0" u="none" strike="noStrike">
                <a:solidFill>
                  <a:srgbClr val="202020"/>
                </a:solidFill>
                <a:ea typeface="S-Core Dream 3 Light"/>
              </a:rPr>
              <a:t>부울경</a:t>
            </a: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 1</a:t>
            </a:r>
            <a:r>
              <a:rPr lang="ko-KR" sz="1700" b="0" i="0" u="none" strike="noStrike">
                <a:solidFill>
                  <a:srgbClr val="202020"/>
                </a:solidFill>
                <a:ea typeface="S-Core Dream 3 Light"/>
              </a:rPr>
              <a:t>반</a:t>
            </a:r>
          </a:p>
          <a:p>
            <a:pPr lvl="0" algn="l">
              <a:lnSpc>
                <a:spcPct val="87149"/>
              </a:lnSpc>
            </a:pP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Team - PJ Special Forces (12</a:t>
            </a:r>
            <a:r>
              <a:rPr lang="ko-KR" sz="1700" b="0" i="0" u="none" strike="noStrike">
                <a:solidFill>
                  <a:srgbClr val="202020"/>
                </a:solidFill>
                <a:ea typeface="S-Core Dream 3 Light"/>
              </a:rPr>
              <a:t>조</a:t>
            </a:r>
            <a:r>
              <a:rPr lang="en-US" sz="1700" b="0" i="0" u="none" strike="noStrike">
                <a:solidFill>
                  <a:srgbClr val="202020"/>
                </a:solidFill>
                <a:latin typeface="S-Core Dream 3 Light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3822700"/>
            <a:ext cx="5080000" cy="508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4267200"/>
            <a:ext cx="1371600" cy="137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6362700"/>
            <a:ext cx="1371600" cy="137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6700" y="9156700"/>
            <a:ext cx="18821400" cy="1397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49400" y="1422400"/>
            <a:ext cx="5384800" cy="1435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87149"/>
              </a:lnSpc>
            </a:pP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목차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0" y="3390900"/>
            <a:ext cx="9055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900" y="2641600"/>
            <a:ext cx="647700" cy="647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801100" y="2743200"/>
            <a:ext cx="3670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프로젝트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개요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73000" y="2768600"/>
            <a:ext cx="40767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배경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및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목적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24800" y="2768600"/>
            <a:ext cx="749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202020"/>
                </a:solidFill>
                <a:latin typeface="S-Core Dream 5 Medium"/>
              </a:rPr>
              <a:t>01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0" y="4622800"/>
            <a:ext cx="9055100" cy="38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900" y="3873500"/>
            <a:ext cx="647700" cy="647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912100" y="4000500"/>
            <a:ext cx="749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202020"/>
                </a:solidFill>
                <a:latin typeface="S-Core Dream 5 Medium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01100" y="3962400"/>
            <a:ext cx="3670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핵심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기능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3000" y="3987800"/>
            <a:ext cx="40767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AI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시스템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0" y="5905500"/>
            <a:ext cx="9055100" cy="38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900" y="5143500"/>
            <a:ext cx="647700" cy="647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912100" y="5257800"/>
            <a:ext cx="749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202020"/>
                </a:solidFill>
                <a:latin typeface="S-Core Dream 5 Medium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01100" y="5232400"/>
            <a:ext cx="3670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기술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구현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73000" y="5257800"/>
            <a:ext cx="40767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기술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스택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소개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0" y="7226300"/>
            <a:ext cx="9055100" cy="38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900" y="6451600"/>
            <a:ext cx="647700" cy="6477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7912100" y="6578600"/>
            <a:ext cx="749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100" b="0" i="0" u="none" strike="noStrike">
                <a:solidFill>
                  <a:srgbClr val="202020"/>
                </a:solidFill>
                <a:latin typeface="S-Core Dream 5 Medium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01100" y="6540500"/>
            <a:ext cx="3670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사용자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경험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73000" y="6578600"/>
            <a:ext cx="40767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UX/UI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디자인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2400" y="9588500"/>
            <a:ext cx="15455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en-US" sz="1700" b="0" i="0" u="none" strike="noStrike" spc="1400">
                <a:solidFill>
                  <a:srgbClr val="FFFFFF"/>
                </a:solidFill>
                <a:latin typeface="S-Core Dream 5 Medium"/>
              </a:rPr>
              <a:t>SSAFY GWANTONG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700" y="9144000"/>
            <a:ext cx="18821400" cy="2006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22400" y="9588500"/>
            <a:ext cx="15455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en-US" sz="1700" b="0" i="0" u="none" strike="noStrike" spc="1400">
                <a:solidFill>
                  <a:srgbClr val="FFFFFF"/>
                </a:solidFill>
                <a:latin typeface="S-Core Dream 5 Medium"/>
              </a:rPr>
              <a:t>SIMPLE BUSINESS PRESENTATION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3302000"/>
            <a:ext cx="8737600" cy="5346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5969000"/>
            <a:ext cx="65659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65800" y="6108700"/>
            <a:ext cx="3289300" cy="226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계획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수립의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복잡성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해소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필요</a:t>
            </a:r>
          </a:p>
          <a:p>
            <a:pPr lvl="0" algn="ctr">
              <a:lnSpc>
                <a:spcPct val="132800"/>
              </a:lnSpc>
            </a:pPr>
            <a:endParaRPr lang="ko-KR" sz="2300" b="0" i="0" u="none" strike="noStrike">
              <a:solidFill>
                <a:srgbClr val="202020">
                  <a:alpha val="80000"/>
                </a:srgbClr>
              </a:solidFill>
              <a:ea typeface="S-Core Dream 3 Light"/>
            </a:endParaRP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개인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맞춤형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서비스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부재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53100" y="5308600"/>
            <a:ext cx="67564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프로젝트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배경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3416300"/>
            <a:ext cx="2730500" cy="2324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759200" y="520700"/>
            <a:ext cx="10756900" cy="143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프로젝트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개요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51100" y="2159000"/>
            <a:ext cx="133858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여행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계획의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어려움을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해결하는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AI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기반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솔루션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48800" y="6121400"/>
            <a:ext cx="3048000" cy="226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AI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기술을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활용한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산업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혁신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추구</a:t>
            </a:r>
          </a:p>
          <a:p>
            <a:pPr lvl="0" algn="ctr">
              <a:lnSpc>
                <a:spcPct val="132800"/>
              </a:lnSpc>
            </a:pPr>
            <a:endParaRPr lang="ko-KR" sz="2300" b="0" i="0" u="none" strike="noStrike">
              <a:solidFill>
                <a:srgbClr val="202020">
                  <a:alpha val="80000"/>
                </a:srgbClr>
              </a:solidFill>
              <a:ea typeface="S-Core Dream 3 Light"/>
            </a:endParaRP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사용자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중심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경험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700" y="9144000"/>
            <a:ext cx="18821400" cy="2006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22400" y="9588500"/>
            <a:ext cx="15455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en-US" sz="1700" b="0" i="0" u="none" strike="noStrike" spc="1400">
                <a:solidFill>
                  <a:srgbClr val="FFFFFF"/>
                </a:solidFill>
                <a:latin typeface="S-Core Dream 5 Medium"/>
              </a:rPr>
              <a:t>SIMPLE BUSINESS PRESENTATION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3340100"/>
            <a:ext cx="4787900" cy="5346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5753100"/>
            <a:ext cx="38481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371600" y="6248400"/>
            <a:ext cx="45339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머신러닝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기반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여행지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엔진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사용자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선호도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분석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및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패턴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인식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계절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날씨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트렌드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반영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지역별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특색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있는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관광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명소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2100" y="5080000"/>
            <a:ext cx="41529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AI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추천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알고리즘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3556000"/>
            <a:ext cx="1574800" cy="157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3340100"/>
            <a:ext cx="4787900" cy="534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000" y="3556000"/>
            <a:ext cx="1663700" cy="1663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0" y="3340100"/>
            <a:ext cx="4787900" cy="534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1600" y="3556000"/>
            <a:ext cx="1574800" cy="157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100" y="5753100"/>
            <a:ext cx="3848100" cy="38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378700" y="6121400"/>
            <a:ext cx="39116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일정별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최적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동선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자동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구성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예산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기간에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맞는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계획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제안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식당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숙소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관광지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통합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설계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실시간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정보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업데이트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및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조정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1700" y="5080000"/>
            <a:ext cx="41529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맞춤형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계획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설계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8600" y="5765800"/>
            <a:ext cx="3848100" cy="38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700000" y="6019800"/>
            <a:ext cx="4318000" cy="226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사용자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피드백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기반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정확도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향상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후기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데이터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학습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및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반영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개인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취향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프로필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자동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구축</a:t>
            </a:r>
          </a:p>
          <a:p>
            <a:pPr lvl="0" algn="ctr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지속적인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사용으로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정확도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증가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76200" y="5092700"/>
            <a:ext cx="41529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취향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학습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시스템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59200" y="520700"/>
            <a:ext cx="10756900" cy="143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핵심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기능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51100" y="2159000"/>
            <a:ext cx="133858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사용자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중심의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AI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여행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추천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및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계획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설계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3149600"/>
            <a:ext cx="15506700" cy="952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4254500"/>
            <a:ext cx="155067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5359400"/>
            <a:ext cx="15506700" cy="952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6464300"/>
            <a:ext cx="155067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7569200"/>
            <a:ext cx="155067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6700" y="9144000"/>
            <a:ext cx="18821400" cy="2006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22400" y="9588500"/>
            <a:ext cx="15455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en-US" sz="1700" b="0" i="0" u="none" strike="noStrike" spc="1400">
                <a:solidFill>
                  <a:srgbClr val="FFFFFF"/>
                </a:solidFill>
                <a:latin typeface="S-Core Dream 5 Medium"/>
              </a:rPr>
              <a:t>SIMPLE BUSINESS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9200" y="520700"/>
            <a:ext cx="10756900" cy="143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기술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구현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51100" y="2159000"/>
            <a:ext cx="133858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AI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여행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추천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앱의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핵심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기술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및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구현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방식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80000" y="3416300"/>
            <a:ext cx="112141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딥러닝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기반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시스템과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자연어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처리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기술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활용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9100" y="3390900"/>
            <a:ext cx="2705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AI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모델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83100" y="3403600"/>
            <a:ext cx="444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76800" y="4305300"/>
            <a:ext cx="112141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장소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DB(Place)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기반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구조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/ DB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에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Place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를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매칭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활용</a:t>
            </a:r>
          </a:p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Google Places API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장소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데이터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자동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수집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갱신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9100" y="4495800"/>
            <a:ext cx="2705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데이터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수집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83100" y="4508500"/>
            <a:ext cx="444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76800" y="5397500"/>
            <a:ext cx="112141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Django + DRF REST API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조회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엔드포인트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분리</a:t>
            </a:r>
          </a:p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로그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수집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: AIRecommendLog / PlaceClickLog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행동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데이터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누적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9100" y="5600700"/>
            <a:ext cx="2705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백엔드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구조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83100" y="5613400"/>
            <a:ext cx="444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76800" y="6515100"/>
            <a:ext cx="118237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Vue 3 + TypeScript + Pinia + Axios / 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결과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렌더링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 </a:t>
            </a:r>
          </a:p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지도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리스트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UI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연동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(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진행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예정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) 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로그인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상태에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따라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기능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접근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제어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9100" y="6705600"/>
            <a:ext cx="2705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프론트엔드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3100" y="6718300"/>
            <a:ext cx="444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ㅣ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76800" y="7620000"/>
            <a:ext cx="115316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JWT(SimpleJWT)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인증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/ Axios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인터셉터로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Access Token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자동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첨부</a:t>
            </a:r>
          </a:p>
          <a:p>
            <a:pPr lvl="0" algn="l">
              <a:lnSpc>
                <a:spcPct val="132800"/>
              </a:lnSpc>
            </a:pP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권한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체크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(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인가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):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/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조회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API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는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로그인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사용자만</a:t>
            </a:r>
            <a:r>
              <a:rPr lang="en-US" sz="22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2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허용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9100" y="7810500"/>
            <a:ext cx="2705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보안</a:t>
            </a:r>
            <a:r>
              <a:rPr lang="en-US" sz="25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500" b="0" i="0" u="none" strike="noStrike">
                <a:solidFill>
                  <a:srgbClr val="202020"/>
                </a:solidFill>
                <a:ea typeface="S-Core Dream 5 Medium"/>
              </a:rPr>
              <a:t>시스템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83100" y="7823200"/>
            <a:ext cx="444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700" y="9144000"/>
            <a:ext cx="18821400" cy="2006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22400" y="9588500"/>
            <a:ext cx="15455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en-US" sz="1700" b="0" i="0" u="none" strike="noStrike" spc="1400">
                <a:solidFill>
                  <a:srgbClr val="FFFFFF"/>
                </a:solidFill>
                <a:latin typeface="S-Core Dream 5 Medium"/>
              </a:rPr>
              <a:t>SIMPLE BUSINESS PRESENTATION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3340100"/>
            <a:ext cx="7785100" cy="2438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3340100"/>
            <a:ext cx="7785100" cy="510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600" y="6007100"/>
            <a:ext cx="7785100" cy="243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578100" y="4533900"/>
            <a:ext cx="1562100" cy="38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683000" y="4229100"/>
            <a:ext cx="50673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미니멀리즘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디자인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원칙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적용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직관적인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아이콘과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색상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체계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접근성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고려한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UI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요소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83000" y="3505200"/>
            <a:ext cx="47625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앱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인터페이스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디자인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37719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9271000" y="5854700"/>
            <a:ext cx="41910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9300" y="5092700"/>
            <a:ext cx="1587500" cy="1587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696700" y="4597400"/>
            <a:ext cx="5092700" cy="226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로그인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→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조건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입력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(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기간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지역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테마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) → AI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생성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결과에서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장소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확인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(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지도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/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카드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) →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일정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(Package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)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여행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장소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다음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추천때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반영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45900" y="3517900"/>
            <a:ext cx="47625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사용자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여정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맵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603500" y="7200900"/>
            <a:ext cx="15621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100" y="6400800"/>
            <a:ext cx="1663700" cy="1663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683000" y="6896100"/>
            <a:ext cx="5067300" cy="1333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홈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검색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,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AI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맞춤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추천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화면</a:t>
            </a:r>
          </a:p>
          <a:p>
            <a:pPr lvl="0" algn="l">
              <a:lnSpc>
                <a:spcPct val="132800"/>
              </a:lnSpc>
            </a:pP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-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지도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탐색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및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일정</a:t>
            </a:r>
            <a:r>
              <a:rPr lang="en-US" sz="2300" b="0" i="0" u="none" strike="noStrike">
                <a:solidFill>
                  <a:srgbClr val="202020">
                    <a:alpha val="80000"/>
                  </a:srgbClr>
                </a:solidFill>
                <a:latin typeface="S-Core Dream 3 Light"/>
              </a:rPr>
              <a:t> </a:t>
            </a:r>
            <a:r>
              <a:rPr lang="ko-KR" sz="2300" b="0" i="0" u="none" strike="noStrike">
                <a:solidFill>
                  <a:srgbClr val="202020">
                    <a:alpha val="80000"/>
                  </a:srgbClr>
                </a:solidFill>
                <a:ea typeface="S-Core Dream 3 Light"/>
              </a:rPr>
              <a:t>저장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83000" y="6184900"/>
            <a:ext cx="4762500" cy="4191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주요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화면</a:t>
            </a:r>
            <a:r>
              <a:rPr lang="en-US" sz="2400" b="0" i="0" u="none" strike="noStrike">
                <a:solidFill>
                  <a:srgbClr val="202020"/>
                </a:solidFill>
                <a:latin typeface="S-Core Dream 5 Medium"/>
              </a:rPr>
              <a:t> </a:t>
            </a:r>
            <a:r>
              <a:rPr lang="ko-KR" sz="2400" b="0" i="0" u="none" strike="noStrike">
                <a:solidFill>
                  <a:srgbClr val="202020"/>
                </a:solidFill>
                <a:ea typeface="S-Core Dream 5 Medium"/>
              </a:rPr>
              <a:t>구성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59200" y="520700"/>
            <a:ext cx="10756900" cy="143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사용자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경험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(UX)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설계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51100" y="2159000"/>
            <a:ext cx="133858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직관적이고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사용자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친화적인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앱</a:t>
            </a:r>
            <a:r>
              <a:rPr lang="en-US" sz="2800" b="1" i="0" u="none" strike="noStrike">
                <a:solidFill>
                  <a:srgbClr val="20202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202020"/>
                </a:solidFill>
                <a:ea typeface="S-Core Dream 3 Light"/>
              </a:rPr>
              <a:t>인터페이스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3086100"/>
            <a:ext cx="13893800" cy="406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00" y="3924300"/>
            <a:ext cx="110236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8597900"/>
            <a:ext cx="635000" cy="69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7962900"/>
            <a:ext cx="1638300" cy="135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3400" y="7645400"/>
            <a:ext cx="749300" cy="749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1200" y="8394700"/>
            <a:ext cx="800100" cy="80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9400" y="8521700"/>
            <a:ext cx="635000" cy="698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0100" y="8026400"/>
            <a:ext cx="419100" cy="6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96800" y="8140700"/>
            <a:ext cx="292100" cy="63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5900" y="7912100"/>
            <a:ext cx="1511300" cy="1422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4100" y="8115300"/>
            <a:ext cx="15113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7962900"/>
            <a:ext cx="1638300" cy="1358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7645400"/>
            <a:ext cx="7493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4400" y="7988300"/>
            <a:ext cx="1435100" cy="1346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3200" y="8216900"/>
            <a:ext cx="990600" cy="990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200" y="8521700"/>
            <a:ext cx="635000" cy="69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1500" y="7353300"/>
            <a:ext cx="749300" cy="749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500" y="8623300"/>
            <a:ext cx="635000" cy="698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7300" y="8013700"/>
            <a:ext cx="419100" cy="63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0" y="8140700"/>
            <a:ext cx="292100" cy="63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5500" y="7543800"/>
            <a:ext cx="266700" cy="63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36100" y="7670800"/>
            <a:ext cx="342900" cy="63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66700" y="9156700"/>
            <a:ext cx="18821400" cy="139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679700"/>
            <a:ext cx="5486400" cy="7747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6883400" y="2768600"/>
            <a:ext cx="45212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1100"/>
              </a:lnSpc>
            </a:pPr>
            <a:r>
              <a:rPr lang="ko-KR" sz="3000" b="1" i="0" u="none" strike="noStrike">
                <a:solidFill>
                  <a:srgbClr val="FFFFFF"/>
                </a:solidFill>
                <a:ea typeface="S-Core Dream 3 Light"/>
              </a:rPr>
              <a:t>감사합니다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59200" y="520700"/>
            <a:ext cx="10756900" cy="143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149"/>
              </a:lnSpc>
            </a:pP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결론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및</a:t>
            </a:r>
            <a:r>
              <a:rPr lang="en-US" sz="8100" b="0" i="0" u="none" strike="noStrike" spc="-100">
                <a:solidFill>
                  <a:srgbClr val="202020"/>
                </a:solidFill>
                <a:latin typeface="S-Core Dream 6 Bold"/>
              </a:rPr>
              <a:t> </a:t>
            </a:r>
            <a:r>
              <a:rPr lang="ko-KR" sz="8100" b="0" i="0" u="none" strike="noStrike" spc="-100">
                <a:solidFill>
                  <a:srgbClr val="202020"/>
                </a:solidFill>
                <a:ea typeface="S-Core Dream 6 Bold"/>
              </a:rPr>
              <a:t>마무리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94100" y="4356100"/>
            <a:ext cx="110998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100"/>
              </a:lnSpc>
            </a:pP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- AI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기반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여행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추천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및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계획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설계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앱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개발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완료</a:t>
            </a:r>
          </a:p>
          <a:p>
            <a:pPr lvl="0" algn="ctr">
              <a:lnSpc>
                <a:spcPct val="141100"/>
              </a:lnSpc>
            </a:pP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-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사용자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중심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설계로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차별화된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경험</a:t>
            </a:r>
            <a:r>
              <a:rPr lang="en-US" sz="2800" b="1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1" i="0" u="none" strike="noStrike">
                <a:solidFill>
                  <a:srgbClr val="000000"/>
                </a:solidFill>
                <a:ea typeface="S-Core Dream 3 Light"/>
              </a:rPr>
              <a:t>제공</a:t>
            </a:r>
          </a:p>
          <a:p>
            <a:pPr lvl="0" algn="ctr">
              <a:lnSpc>
                <a:spcPct val="141100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S-Core Dream 3 Light"/>
              </a:rPr>
              <a:t>- </a:t>
            </a:r>
            <a:r>
              <a:rPr lang="ko-KR" sz="2800" b="0" i="0" u="none" strike="noStrike">
                <a:solidFill>
                  <a:srgbClr val="000000"/>
                </a:solidFill>
                <a:ea typeface="S-Core Dream 3 Light"/>
              </a:rPr>
              <a:t>질문이나</a:t>
            </a:r>
            <a:r>
              <a:rPr lang="en-US" sz="2800" b="0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S-Core Dream 3 Light"/>
              </a:rPr>
              <a:t>제안</a:t>
            </a:r>
            <a:r>
              <a:rPr lang="en-US" sz="2800" b="0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S-Core Dream 3 Light"/>
              </a:rPr>
              <a:t>사항을</a:t>
            </a:r>
            <a:r>
              <a:rPr lang="en-US" sz="2800" b="0" i="0" u="none" strike="noStrike">
                <a:solidFill>
                  <a:srgbClr val="000000"/>
                </a:solidFill>
                <a:latin typeface="S-Core Dream 3 Light"/>
              </a:rPr>
              <a:t> </a:t>
            </a:r>
            <a:r>
              <a:rPr lang="ko-KR" sz="2800" b="0" i="0" u="none" strike="noStrike">
                <a:solidFill>
                  <a:srgbClr val="000000"/>
                </a:solidFill>
                <a:ea typeface="S-Core Dream 3 Light"/>
              </a:rPr>
              <a:t>환영합니다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사용자 지정</PresentationFormat>
  <Paragraphs>95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S-Core Dream 3 Light</vt:lpstr>
      <vt:lpstr>S-Core Dream 5 Medium</vt:lpstr>
      <vt:lpstr>S-Core Dream 6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1</cp:revision>
  <dcterms:created xsi:type="dcterms:W3CDTF">2006-08-16T00:00:00Z</dcterms:created>
  <dcterms:modified xsi:type="dcterms:W3CDTF">2025-12-25T23:52:43Z</dcterms:modified>
</cp:coreProperties>
</file>